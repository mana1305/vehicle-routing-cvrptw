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1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5548-B731-1853-3B2F-82FA2D3A7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674506-3B3C-E2E6-1F06-5150F776B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673F0-A5B9-7F8E-7E08-109DE2A173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66839-3DD2-18FC-B7D6-C2E1DC9B072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D963F-3A53-6B22-7C99-69A33820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9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057002-1F47-F6F2-0291-2BD916BB9141}"/>
              </a:ext>
            </a:extLst>
          </p:cNvPr>
          <p:cNvSpPr txBox="1"/>
          <p:nvPr/>
        </p:nvSpPr>
        <p:spPr>
          <a:xfrm>
            <a:off x="5937250" y="7876907"/>
            <a:ext cx="8077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sz="36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: Hồ Quang Mạnh</a:t>
            </a:r>
          </a:p>
          <a:p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		  Nguyễn Huy Hoàng</a:t>
            </a:r>
          </a:p>
          <a:p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		  Đào Văn </a:t>
            </a:r>
            <a:r>
              <a:rPr lang="en-US" sz="36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Thược</a:t>
            </a:r>
            <a:endParaRPr lang="en-US" sz="3600" dirty="0">
              <a:solidFill>
                <a:schemeClr val="accent3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		  Phạm Trung Kiên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74E8A-5A2A-E28E-5F2C-6DF4AE393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650" y="7331075"/>
            <a:ext cx="4267200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35</Words>
  <Application>Microsoft Office PowerPoint</Application>
  <PresentationFormat>Custom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Hồ Quang Mạnh</cp:lastModifiedBy>
  <cp:revision>2</cp:revision>
  <dcterms:created xsi:type="dcterms:W3CDTF">2026-05-17T02:31:06Z</dcterms:created>
  <dcterms:modified xsi:type="dcterms:W3CDTF">2026-05-17T02:38:54Z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2026-05-17T00:00:00Z</vt:filetime>
  </property>
  <property fmtid="{D5CDD505-2E9C-101B-9397-08002B2CF9AE}" pid="3" name="LastSaved">
    <vt:filetime>2026-05-17T00:00:00Z</vt:filetime>
  </property>
  <property fmtid="{D5CDD505-2E9C-101B-9397-08002B2CF9AE}" pid="4" name="Producer">
    <vt:lpwstr>3-Heights(TM) PDF Security Shell 4.8.25.2 (http://www.pdf-tools.com)</vt:lpwstr>
  </property>
</Properties>
</file>